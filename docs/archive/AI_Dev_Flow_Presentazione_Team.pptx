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AI-Dev Flow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standard aziendale per lo sviluppo AI-assistito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esegue, la persona decide.  </a:t>
            </a:r>
            <a:pPr algn="ctr" indent="0" marL="0">
              <a:buNone/>
            </a:pPr>
            <a:r>
              <a:rPr lang="en-US" sz="1500" b="1" i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dalla 0.0.7: garantito, non solo prescritto.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749040" y="35204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2C3B7A"/>
          </a:solidFill>
          <a:ln w="12700">
            <a:solidFill>
              <a:srgbClr val="4A5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0.0.8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tecnica per il team di sviluppo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problema: l'AI senza processo produce varianza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sviluppatore usa l'agente a modo suo — e cento task fanno cento flussi diversi.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453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659453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2704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Convenzioni inferite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98448" y="187452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L'agente indovina naming, stile e struttura dal codice: ogni sessione decide diversamente.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18304" y="1325880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45336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589" y="1659453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52704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scritti dopo il codice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59552" y="1874520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Confermano l'implementazione invece di verificare la specifica: teaching-to-the-test.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08376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278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34194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0954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Documentazione che invecchia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298448" y="355701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Nessuno la aggiorna dopo le modifiche: il knowledge-store va in drift, in silenzio.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18304" y="3008376"/>
            <a:ext cx="4041648" cy="1463040"/>
          </a:xfrm>
          <a:prstGeom prst="roundRect">
            <a:avLst>
              <a:gd name="adj" fmla="val 4375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9472" y="32278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589" y="334194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9552" y="3209544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 di processo dimenticati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59552" y="3557016"/>
            <a:ext cx="2990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“Aggiorna il ticket” scritto in un documento viene fatto quasi sempre. Quasi.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non è “un po' di disordine”: è l'impossibilità di chiamarlo standard.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regola d'oro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nature di lavoro, tre trattamenti diversi. E nessuna deroga silenziosa: tutte esplicite, motivate, registrate.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841248"/>
          </a:xfrm>
          <a:prstGeom prst="roundRect">
            <a:avLst>
              <a:gd name="adj" fmla="val 8696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45336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1663842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9047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MECCANICO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lo fa un hook o uno script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8288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deterministico: scatta sempre — update ticket, gate di fase, guardiani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359152"/>
            <a:ext cx="7863840" cy="841248"/>
          </a:xfrm>
          <a:prstGeom prst="roundRect">
            <a:avLst>
              <a:gd name="adj" fmla="val 8696"/>
            </a:avLst>
          </a:prstGeom>
          <a:solidFill>
            <a:srgbClr val="2C3B7A"/>
          </a:solidFill>
          <a:ln w="12700">
            <a:solidFill>
              <a:srgbClr val="2C3B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253288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54" y="2651394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4780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lo fa un agente dedicato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2816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specializzato per fase, col modello adatto alla natura del lavoro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346704"/>
            <a:ext cx="7863840" cy="841248"/>
          </a:xfrm>
          <a:prstGeom prst="roundRect">
            <a:avLst>
              <a:gd name="adj" fmla="val 8696"/>
            </a:avLst>
          </a:prstGeom>
          <a:solidFill>
            <a:srgbClr val="6B4400"/>
          </a:solidFill>
          <a:ln w="12700">
            <a:solidFill>
              <a:srgbClr val="6B44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520440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4" y="3638946"/>
            <a:ext cx="256764" cy="2567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6557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 la prende l'umano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38039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gate (specifica · piano · diff) + ogni skip: sempre tuoi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del 98%: 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il 98% di comprensione, l'AI si ferma e fa domande.   </a:t>
            </a:r>
            <a:pPr algn="ctr" indent="0" marL="0">
              <a:buNone/>
            </a:pPr>
            <a:r>
              <a:rPr lang="en-US" sz="1250" b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Dichiarare, non inferire: 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convenzioni e doc si chiedono in intervista, mai dedotti.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Com'è fatto: un plugin Claude Code, per-progetto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Strato agnostico (processo e artefatti .md) + strato adattatore (skill, hook, agenti). Mai attivo globalmente.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3246120"/>
          </a:xfrm>
          <a:prstGeom prst="roundRect">
            <a:avLst>
              <a:gd name="adj" fmla="val 1972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KIT (uguale per tutti)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PROCESS.md — la fonte di verità del processo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skill (entrypoint: flow · verifiche: doctor)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sub-agent per fase, col modello dedicato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hook “guardiani” sugli eventi nativi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Productive/Zammad (lettura + scrittura)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Installer/migrate transazionali + telemetria OTEL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36592" y="1325880"/>
            <a:ext cx="4041648" cy="3246120"/>
          </a:xfrm>
          <a:prstGeom prst="roundRect">
            <a:avLst>
              <a:gd name="adj" fmla="val 1972"/>
            </a:avLst>
          </a:prstGeom>
          <a:solidFill>
            <a:srgbClr val="F6F1F8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67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 PROGETTO (personalizzazione)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5192" y="192024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flow.config.json — l'unico punto di override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flow.lock.json — versione + manifest install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.ai-dev/ — specs, changelog, stato dei task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architecture.md per-contesto (il sistema com'è ORA)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AGENT.md / blocco in CLAUDE.md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Abilitazione plugin SOLO in .claude/settings.json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 hook NON vengono copiati nel progetto: li fornisce il plugin. Aggiornare il kit non tocca mai i tuoi override.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flusso: 6 fasi, 3 gate umani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ha un contratto (input/output) — e dalla 0.0.7 i contratti sono verificati dagli hook, non solo scritti.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· INTAKE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contesto richiesta (mai la codebase)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0712" y="1371600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7016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SPECIFICA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57016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mirato · impact analysis · 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64224" y="1371600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463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IMPLEMENTAZIONE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10528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test PRIMA del codice · sviluppo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QUALITÀ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" y="2871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dal playbook dichiarato, mai inferiti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10712" y="2487168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57016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DOCUMENTAZIONE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57016" y="2871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doc-review cognitiva + changelog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4224" y="2487168"/>
            <a:ext cx="2697480" cy="896112"/>
          </a:xfrm>
          <a:prstGeom prst="roundRect">
            <a:avLst>
              <a:gd name="adj" fmla="val 7143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CONSEGNA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0528" y="28712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verso il branch base + ticket chiuso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5650992" cy="566928"/>
          </a:xfrm>
          <a:prstGeom prst="roundRect">
            <a:avLst>
              <a:gd name="adj" fmla="val 11290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" y="3739896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3836457"/>
            <a:ext cx="209215" cy="20921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36576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GATE UMANI: (1) specifica · (2) piano · (3) diff — approvazioni registrate nello stato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327648" y="3657600"/>
            <a:ext cx="2450592" cy="566928"/>
          </a:xfrm>
          <a:prstGeom prst="roundRect">
            <a:avLst>
              <a:gd name="adj" fmla="val 11290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73952" y="36576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BUG: riproduzione → red-test → fix → green → NRT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57200" y="44348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Fast-path (task piccoli):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F0 solo candidatura dai segnali del ticket; la proposta vera arriva in F1, a codice visto (e per i BUG dopo la riproduzione). La scelta è sempre tua, e resta registrata.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0-1: dal ticket alla specifica approvata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risparmio è nel metodo: prima la mappa (architecture doc), poi il codice — e solo quello che serve.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41648" cy="2743200"/>
          </a:xfrm>
          <a:prstGeom prst="roundRect">
            <a:avLst>
              <a:gd name="adj" fmla="val 2333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 · Intake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Contract-check dei connettori PRIMA di usarli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 task avviato (flowState start)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intake (haiku): tipo, priorità, riferimenti, allegati scaricati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codebase. Fast-path: solo candidatura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6592" y="1298448"/>
            <a:ext cx="4041648" cy="2743200"/>
          </a:xfrm>
          <a:prstGeom prst="roundRect">
            <a:avLst>
              <a:gd name="adj" fmla="val 2333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· Specifica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65192" y="1810512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spec-author (opus): architecture doc PRIMA del codice, drift segnalato subito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sul changelog: la CR rompe scelte passate?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SOLO sui buchi (registro Q&amp;A)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loop di raffinamento con soglie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321040" cy="685800"/>
          </a:xfrm>
          <a:prstGeom prst="roundRect">
            <a:avLst>
              <a:gd name="adj" fmla="val 933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432511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4430451"/>
            <a:ext cx="228234" cy="2282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07008" y="42062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GARANTITO a spec approvata: </a:t>
            </a:r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salvataggio nello Spec Store + commento sul ticket via connettore (--comment) — registrati nello stato; il guardiano di fine turno li pretende.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2: branch, test prima del codice, poi il codice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è il contratto: il branch nasce prima dei commit, i test nascono prima dell'implementazione.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 il piano (approccio, file, rischi)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93392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57984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942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9424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&lt;fix|feat&gt;/&lt;nome-esplicativo&gt; dal base scelto — registrato nello stato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94176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8768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50208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TEST-AUTHOR (opus)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50208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SOLO la spec · deriva i test dal contratto · li COMMITTA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94960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9552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50992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50992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convenzioni dichiarate · contesto minimo · non tocca i test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95744" y="18745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60336" y="1371600"/>
            <a:ext cx="1554480" cy="1481328"/>
          </a:xfrm>
          <a:prstGeom prst="roundRect">
            <a:avLst>
              <a:gd name="adj" fmla="val 4321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51776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51776" y="18745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occhiata al diff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321040" cy="713232"/>
          </a:xfrm>
          <a:prstGeom prst="roundRect">
            <a:avLst>
              <a:gd name="adj" fmla="val 8974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4612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3351459"/>
            <a:ext cx="228234" cy="22823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07008" y="3108960"/>
            <a:ext cx="7452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GUARDIE FISICHE: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codice senza spec+piano+branch (e mai sul branch base) · test read-only per l'implementatore, anche via shell (preEditGuard + preBashGuard) · snapshot “before” chiesto alla prima modifica di codice che produce dati.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40690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2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l'isolamento del test-author conta: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validano la SPEC, non il codice. La prova non è la fiducia: è la git history (test committati prima) + gli hook (immutabili dopo). Ispezionabile da chiunque.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Fasi 3-5: qualità, documentazione, consegna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esegue ciò che il cambiamento richiede; si documenta ciò che è cambiato davvero; si consegna con la PR.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2697480"/>
          </a:xfrm>
          <a:prstGeom prst="roundRect">
            <a:avLst>
              <a:gd name="adj" fmla="val 2373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453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 · Qualità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1801368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test-selector: classifica il diff e consulta il test-playbook (dichiarato in intervista)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test-runner (haiku) esegue i comandi ESATTI e riporta fatti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 → record-verification con HASH del diff; rossi → si torna in F2 (i test non si toccano)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410712" y="1325880"/>
            <a:ext cx="2697480" cy="2697480"/>
          </a:xfrm>
          <a:prstGeom prst="roundRect">
            <a:avLst>
              <a:gd name="adj" fmla="val 2373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5304" y="1453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 · Documentazione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75304" y="1801368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doc-author (sonnet): valuta l'impatto sugli AMBITI dichiarati dei documenti (registro), non sui path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 architecture doc + doc impattati + voce di CHANGELOG (scelta e perché)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“Nessun impatto, perché…” è un esito valido e registrato; il silenzio no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364224" y="1325880"/>
            <a:ext cx="2697480" cy="2697480"/>
          </a:xfrm>
          <a:prstGeom prst="roundRect">
            <a:avLst>
              <a:gd name="adj" fmla="val 2373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28816" y="1453896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 · Consegna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8816" y="1801368"/>
            <a:ext cx="235000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dal branch di lavoro verso il branch base (titolo dalla spec, link a spec/changelog/ticket)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aggiornato via connettore (--update-status, Review/Done: scegli tu)</a:t>
            </a:r>
            <a:endParaRPr lang="en-US" sz="108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flowState close: lo stato resta come audit trail del task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7200" y="4187952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976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4403019"/>
            <a:ext cx="228234" cy="22823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07008" y="4187952"/>
            <a:ext cx="7452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GUARDIANO DI FINE TURNO (hook Stop): </a:t>
            </a:r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valida solo per l'ESATTO diff testato (cambi il codice → si ri-arma da solo) · niente chiusura senza doc-review + changelog + ticket, o skip espliciti registrati.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stato per-task: la memoria del flusso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di FATTI, non un workflow engine — .ai-dev/tasks/&lt;id&gt;/state.json, unico accesso: flowState.mjs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3246120"/>
          </a:xfrm>
          <a:prstGeom prst="roundRect">
            <a:avLst>
              <a:gd name="adj" fmla="val 1972"/>
            </a:avLst>
          </a:prstGeom>
          <a:solidFill>
            <a:srgbClr val="F6F1F8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67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registra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corrente + gate approvati (timestamp)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di lavoro + branch 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“before”: catturato o saltato (perché)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Verifiche test — con l'hash del diff verificato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Doc-review, changelog, ticket, PR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DEROGA, con motivazione + log completo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0288" y="1472184"/>
            <a:ext cx="457200" cy="457200"/>
          </a:xfrm>
          <a:prstGeom prst="ellipse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0016" y="158191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93792" y="1417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Contratti verificabili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93792" y="16733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hook leggono lo stato e bloccano ciò che non rispetta le fasi: standardizzato = garantito.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34840" y="2167128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FAF7FC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0288" y="23134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42316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2258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riprendibili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93792" y="25146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interrompi? A inizio sessione: “task in corso, fase X”. Si riparte da lì, non da zero.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434840" y="3008376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FAF7FC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90288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32644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tra colleghi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93792" y="3355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è committabile: chi apre il progetto vede cosa è fatto e cosa manca.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434840" y="3849624"/>
            <a:ext cx="4343400" cy="749808"/>
          </a:xfrm>
          <a:prstGeom prst="roundRect">
            <a:avLst>
              <a:gd name="adj" fmla="val 8537"/>
            </a:avLst>
          </a:prstGeom>
          <a:solidFill>
            <a:srgbClr val="FAF7FC"/>
          </a:solidFill>
          <a:ln w="12700">
            <a:solidFill>
              <a:srgbClr val="9673A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90288" y="3995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410565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93792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Auditabile e sacrificabile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193792" y="41970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skip ha nome e motivo. E lo stato punta agli artefatti: si può sempre ricostruire.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46817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anti-complessità: schema minimo e versionato · una sola libreria di accesso · coperto dal migrate come flow.config.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agente per fase, un modello per natura del lavoro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Punto di valore: qualità dove serve, economia dove basta — e contratti di fase che diventano fisici.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51560"/>
                <a:gridCol w="1051560"/>
                <a:gridCol w="1691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Fase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Agente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Modello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Perché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 Intake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(eco)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 e classificazione: meccanico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Specifica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(top)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fase a più leverage del flusso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(top)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 i test dal contratto — ISOLATO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 Qualità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test-runner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(eco)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esegue comandi e riporta esiti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 Documentazione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(medio)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scrittura fedele su input dichiarati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07024" y="159105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70078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Specializzazione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92240" y="171907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scritte per una sola fase, fatte bene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760720" y="2304288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07024" y="25237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6334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 sotto controllo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92240" y="265176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modello top per normalizzare un ticket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760720" y="3236976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F2F8F0"/>
          </a:solidFill>
          <a:ln w="12700">
            <a:solidFill>
              <a:srgbClr val="82B3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907024" y="34564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35661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3346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Contratti fisici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492240" y="35844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sub-agent riceve SOLO i suoi input dichiarati: stesso flusso per chiunque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4224528"/>
            <a:ext cx="8321040" cy="621792"/>
          </a:xfrm>
          <a:prstGeom prst="roundRect">
            <a:avLst>
              <a:gd name="adj" fmla="val 10294"/>
            </a:avLst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" y="431596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4421307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4224528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GATE restano SEMPRE all'orchestratore: </a:t>
            </a:r>
            <a:pPr indent="0" marL="0">
              <a:buNone/>
            </a:pPr>
            <a:r>
              <a:rPr lang="en-US" sz="120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agenti preparano (bozza di spec, esiti, doc) — a decidere sei sempre tu. Nessun gate viene delegato a un modello.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guardiani: quando il sistema ti ferma, è un bene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hook sugli eventi nativi. Scattano sempre: non dipendono dalla memoria (o dalla voglia) dell'agente.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453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550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4264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versionDrift (inizio sessione)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07008" y="16916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avvisa TE (non solo l'agente) di kit da migrare e task in corso da riprendere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36592" y="1325880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82896" y="15453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5506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42646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preEditGuard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0" y="169164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read-only · niente codice senza spec+piano+branch · mai sul branch base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457200" y="2386584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" y="2606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7157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2487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preBashGuard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07008" y="2752344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porta laterale è chiusa: niente sed/redirect/mv sui file di test via shell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736592" y="2386584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82896" y="2606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7157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487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perimeterGuard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0" y="2752344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componenti del kit: skill personali e MCP utente bloccati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57200" y="3447288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03504" y="36667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7647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07008" y="3547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preWorkSnapshot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207008" y="381304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“before” dei dati si cattura a codice pristino: te lo chiede al momento giusto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4736592" y="3447288"/>
            <a:ext cx="4041648" cy="896112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82896" y="36667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77647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354787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postWorkVerification (fine turno)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0" y="381304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chiusura senza test per l'ESATTO diff + doc + changelog + ticket</a:t>
            </a:r>
            <a:endParaRPr lang="en-US" sz="1030" dirty="0"/>
          </a:p>
        </p:txBody>
      </p:sp>
      <p:sp>
        <p:nvSpPr>
          <p:cNvPr id="34" name="Text 26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guardiano ha la sua valvola: </a:t>
            </a:r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skip esiste, ma è una scelta UMANA, motivata e registrata nello stato. È la differenza tra un'eccezione governata e un buco nello standard.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Perimetro e telemetria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flusso per tutti, e numeri veri per decidere.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41648" cy="3154680"/>
          </a:xfrm>
          <a:prstGeom prst="roundRect">
            <a:avLst>
              <a:gd name="adj" fmla="val 2029"/>
            </a:avLst>
          </a:prstGeom>
          <a:solidFill>
            <a:srgbClr val="FBF3F2"/>
          </a:solidFill>
          <a:ln w="12700">
            <a:solidFill>
              <a:srgbClr val="B8545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813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1595445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179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Perimetro dello standard (enforced)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8368" y="2057400"/>
            <a:ext cx="36393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 progetti col kit si usano SOLO componenti del kit (+ Ponytail, abilitato dal kit stesso)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personali e server MCP utente: bloccati dall'hook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Eccezioni = whitelist esplicite in flow.config.perimeter: decisione umana, committata, uguale per tutti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Perché: un componente esterno rende il TUO flusso diverso da quello dei colleghi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36592" y="1325880"/>
            <a:ext cx="4041648" cy="3154680"/>
          </a:xfrm>
          <a:prstGeom prst="roundRect">
            <a:avLst>
              <a:gd name="adj" fmla="val 2029"/>
            </a:avLst>
          </a:prstGeom>
          <a:solidFill>
            <a:srgbClr val="EAF1FB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813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877" y="1595445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5179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C8E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Telemetria (OTEL nativo → Grafana)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37760" y="2057400"/>
            <a:ext cx="36393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costi, sessioni, righe, commit — per progetto e per persona (attribuzione, non sorveglianza)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il contenuto: nessun prompt registrato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per-progetto via .envrc (direnv) + settings.json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swappabile cambiando l'endpoint OTLP; coerenza config↔realtà verificata dal doctor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sono per-progetto: nessun effetto sugli altri repo della tua macchina.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parte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comandi, un'intervista, e da lì in poi un solo entrypoint.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53896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53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8074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Abilita il plugin nel progetto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marketplace add menea-DQ/AI-Dev-Flow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/plugin install ai-dev-flow@ai-dev-flow --scope project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50008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7685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install — l'intervista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test-playbook, convenzioni, registro doc, branching: si CHIEDONO, mai inferiti. Poi credenziali in .ai-dev/connectors.env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46120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46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729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Lavora: skill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56432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“Lavora su questo ticket: &lt;url&gt;” — loop deterministico: flowState next → esegui → registra. Tu decidi ai 3 gate; ti interrompi? si riprende da dov'era.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86784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2C3B7A"/>
          </a:solidFill>
          <a:ln w="9525">
            <a:solidFill>
              <a:srgbClr val="4A5C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42232"/>
            <a:ext cx="475488" cy="475488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0690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Manutenzione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352544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(è tutto a posto?) · migrate (dopo un aggiornamento del kit) · flow-settings (cambiare la config)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Riferimenti: </a:t>
            </a:r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docs/AI_Dev_Flow_Manuale.md (il manuale completo) · docs/AI Dev Flow V5.drawio (il diagramma) · PROCESS.md (la fonte di verità)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AI-Dev Flow 0.0.8 — presentazione per il team</dc:title>
  <dc:subject>PptxGenJS Presentation</dc:subject>
  <dc:creator>AI-Dev Flow</dc:creator>
  <cp:lastModifiedBy>AI-Dev Flow</cp:lastModifiedBy>
  <cp:revision>1</cp:revision>
  <dcterms:created xsi:type="dcterms:W3CDTF">2026-07-02T23:11:46Z</dcterms:created>
  <dcterms:modified xsi:type="dcterms:W3CDTF">2026-07-02T23:11:46Z</dcterms:modified>
</cp:coreProperties>
</file>