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AI-Dev Flow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2128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standard aziendale per lo sviluppo AI-assistito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 esegue, la persona decide.  </a:t>
            </a:r>
            <a:pPr algn="ctr" indent="0" marL="0">
              <a:buNone/>
            </a:pPr>
            <a:r>
              <a:rPr lang="en-US" sz="1500" b="1" i="1" dirty="0">
                <a:solidFill>
                  <a:srgbClr val="F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dalla 0.0.7: garantito, non solo prescritto.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749040" y="352044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2C3B7A"/>
          </a:solidFill>
          <a:ln w="12700">
            <a:solidFill>
              <a:srgbClr val="4A5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 0.0.7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tecnica per il team di sviluppo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problema: l'AI senza processo produce varianza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sviluppatore usa l'agente a modo suo — e cento task fanno cento flussi diversi.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41648" cy="1463040"/>
          </a:xfrm>
          <a:prstGeom prst="roundRect">
            <a:avLst>
              <a:gd name="adj" fmla="val 4375"/>
            </a:avLst>
          </a:prstGeom>
          <a:solidFill>
            <a:srgbClr val="FBF3F2"/>
          </a:solidFill>
          <a:ln w="12700">
            <a:solidFill>
              <a:srgbClr val="B8545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54533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485" y="1659453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527048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Convenzioni inferite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298448" y="1874520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L'agente indovina naming, stile e struttura dal codice: ogni sessione decide diversamente.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18304" y="1325880"/>
            <a:ext cx="4041648" cy="1463040"/>
          </a:xfrm>
          <a:prstGeom prst="roundRect">
            <a:avLst>
              <a:gd name="adj" fmla="val 4375"/>
            </a:avLst>
          </a:prstGeom>
          <a:solidFill>
            <a:srgbClr val="FBF3F2"/>
          </a:solidFill>
          <a:ln w="12700">
            <a:solidFill>
              <a:srgbClr val="B8545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9472" y="154533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589" y="1659453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1527048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scritti dopo il codice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59552" y="1874520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Confermano l'implementazione invece di verificare la specifica: teaching-to-the-test.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008376"/>
            <a:ext cx="4041648" cy="1463040"/>
          </a:xfrm>
          <a:prstGeom prst="roundRect">
            <a:avLst>
              <a:gd name="adj" fmla="val 4375"/>
            </a:avLst>
          </a:prstGeom>
          <a:solidFill>
            <a:srgbClr val="FBF3F2"/>
          </a:solidFill>
          <a:ln w="12700">
            <a:solidFill>
              <a:srgbClr val="B8545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22783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85" y="3341949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98448" y="3209544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Documentazione che invecchia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298448" y="3557016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Nessuno la aggiorna dopo le modifiche: il knowledge-store va in drift, in silenzio.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18304" y="3008376"/>
            <a:ext cx="4041648" cy="1463040"/>
          </a:xfrm>
          <a:prstGeom prst="roundRect">
            <a:avLst>
              <a:gd name="adj" fmla="val 4375"/>
            </a:avLst>
          </a:prstGeom>
          <a:solidFill>
            <a:srgbClr val="FBF3F2"/>
          </a:solidFill>
          <a:ln w="12700">
            <a:solidFill>
              <a:srgbClr val="B8545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9472" y="322783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589" y="3341949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59552" y="3209544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 di processo dimenticati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559552" y="3557016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“Aggiorna il ticket” scritto in un documento viene fatto quasi sempre. Quasi.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risultato non è “un po' di disordine”: è l'impossibilità di chiamarlo standard.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regola d'oro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nature di lavoro, tre trattamenti diversi. E nessuna deroga silenziosa: tutte esplicite, motivate, registrate.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841248"/>
          </a:xfrm>
          <a:prstGeom prst="roundRect">
            <a:avLst>
              <a:gd name="adj" fmla="val 8696"/>
            </a:avLst>
          </a:prstGeom>
          <a:solidFill>
            <a:srgbClr val="2C3B7A"/>
          </a:solidFill>
          <a:ln w="12700">
            <a:solidFill>
              <a:srgbClr val="2C3B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545336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754" y="1663842"/>
            <a:ext cx="256764" cy="256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49047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MECCANICO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 lo fa un hook o uno script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18288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deterministico: scatta sempre — update ticket, gate di fase, guardiani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359152"/>
            <a:ext cx="7863840" cy="841248"/>
          </a:xfrm>
          <a:prstGeom prst="roundRect">
            <a:avLst>
              <a:gd name="adj" fmla="val 8696"/>
            </a:avLst>
          </a:prstGeom>
          <a:solidFill>
            <a:srgbClr val="2C3B7A"/>
          </a:solidFill>
          <a:ln w="12700">
            <a:solidFill>
              <a:srgbClr val="2C3B7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1248" y="2532888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54" y="2651394"/>
            <a:ext cx="256764" cy="2567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4780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COGNITIVO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 lo fa un agente dedicato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508760" y="28163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specializzato per fase, col modello adatto alla natura del lavoro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346704"/>
            <a:ext cx="7863840" cy="841248"/>
          </a:xfrm>
          <a:prstGeom prst="roundRect">
            <a:avLst>
              <a:gd name="adj" fmla="val 8696"/>
            </a:avLst>
          </a:prstGeom>
          <a:solidFill>
            <a:srgbClr val="6B4400"/>
          </a:solidFill>
          <a:ln w="12700">
            <a:solidFill>
              <a:srgbClr val="6B440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" y="3520440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754" y="3638946"/>
            <a:ext cx="256764" cy="2567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46557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 la prende l'umano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08760" y="38039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3 gate (specifica · piano · diff) + ogni skip: sempre tuoi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del 98%: </a:t>
            </a:r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sotto il 98% di comprensione, l'AI si ferma e fa domande.   </a:t>
            </a:r>
            <a:pPr algn="ctr" indent="0" marL="0">
              <a:buNone/>
            </a:pPr>
            <a:r>
              <a:rPr lang="en-US" sz="1250" b="1" dirty="0">
                <a:solidFill>
                  <a:srgbClr val="F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Dichiarare, non inferire: </a:t>
            </a:r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convenzioni e doc si chiedono in intervista, mai dedotti.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Com'è fatto: un plugin Claude Code, per-progetto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Strato agnostico (processo e artefatti .md) + strato adattatore (skill, hook, agenti). Mai attivo globalmente.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41648" cy="3246120"/>
          </a:xfrm>
          <a:prstGeom prst="roundRect">
            <a:avLst>
              <a:gd name="adj" fmla="val 1972"/>
            </a:avLst>
          </a:prstGeom>
          <a:solidFill>
            <a:srgbClr val="EAF1FB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Nel KIT (uguale per tutti)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611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PROCESS.md — la fonte di verità del processo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skill (entrypoint: flow · verifiche: doctor)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sub-agent per fase, col modello dedicato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hook “guardiani” sugli eventi nativi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Connettori Productive/Zammad (lettura + scrittura)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Installer/migrate transazionali + telemetria OTEL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36592" y="1325880"/>
            <a:ext cx="4041648" cy="3246120"/>
          </a:xfrm>
          <a:prstGeom prst="roundRect">
            <a:avLst>
              <a:gd name="adj" fmla="val 1972"/>
            </a:avLst>
          </a:prstGeom>
          <a:solidFill>
            <a:srgbClr val="F6F1F8"/>
          </a:solidFill>
          <a:ln w="12700">
            <a:solidFill>
              <a:srgbClr val="9673A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65192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67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Nel PROGETTO (personalizzazione)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65192" y="1920240"/>
            <a:ext cx="3611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flow.config.json — l'unico punto di override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flow.lock.json — versione + manifest install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.ai-dev/ — specs, changelog, stato dei task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architecture.md per-contesto (il sistema com'è ORA)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AGENT.md / blocco in CLAUDE.md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Abilitazione plugin SOLO in .claude/settings.json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68172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 hook NON vengono copiati nel progetto: li fornisce il plugin. Aggiornare il kit non tocca mai i tuoi override.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flusso: 6 fasi, 3 gate umani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fase ha un contratto (input/output) — e dalla 0.0.7 i contratti sono verificati dagli hook, non solo scritti.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896112"/>
          </a:xfrm>
          <a:prstGeom prst="roundRect">
            <a:avLst>
              <a:gd name="adj" fmla="val 7143"/>
            </a:avLst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463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· INTAKE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3504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→ contesto richiesta (mai la codebase)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10712" y="1371600"/>
            <a:ext cx="2697480" cy="896112"/>
          </a:xfrm>
          <a:prstGeom prst="roundRect">
            <a:avLst>
              <a:gd name="adj" fmla="val 7143"/>
            </a:avLst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57016" y="1463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SPECIFICA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557016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mirato · impact analysis · Q&amp;A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64224" y="1371600"/>
            <a:ext cx="2697480" cy="896112"/>
          </a:xfrm>
          <a:prstGeom prst="roundRect">
            <a:avLst>
              <a:gd name="adj" fmla="val 7143"/>
            </a:avLst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10528" y="1463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IMPLEMENTAZIONE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10528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· test PRIMA del codice · sviluppo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487168"/>
            <a:ext cx="2697480" cy="896112"/>
          </a:xfrm>
          <a:prstGeom prst="roundRect">
            <a:avLst>
              <a:gd name="adj" fmla="val 7143"/>
            </a:avLst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" y="25786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QUALITÀ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3504" y="28712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dal playbook dichiarato, mai inferiti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10712" y="2487168"/>
            <a:ext cx="2697480" cy="896112"/>
          </a:xfrm>
          <a:prstGeom prst="roundRect">
            <a:avLst>
              <a:gd name="adj" fmla="val 7143"/>
            </a:avLst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57016" y="25786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DOCUMENTAZIONE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57016" y="28712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doc-review cognitiva + changelog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64224" y="2487168"/>
            <a:ext cx="2697480" cy="896112"/>
          </a:xfrm>
          <a:prstGeom prst="roundRect">
            <a:avLst>
              <a:gd name="adj" fmla="val 7143"/>
            </a:avLst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0528" y="25786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CONSEGNA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10528" y="28712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verso il branch base + ticket chiuso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5650992" cy="566928"/>
          </a:xfrm>
          <a:prstGeom prst="roundRect">
            <a:avLst>
              <a:gd name="adj" fmla="val 11290"/>
            </a:avLst>
          </a:prstGeom>
          <a:solidFill>
            <a:srgbClr val="FFE6CC"/>
          </a:solidFill>
          <a:ln w="12700">
            <a:solidFill>
              <a:srgbClr val="D79B0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" y="3739896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353" y="3836457"/>
            <a:ext cx="209215" cy="209215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43000" y="365760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3 GATE UMANI: (1) specifica · (2) piano · (3) diff — approvazioni registrate nello stato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327648" y="3657600"/>
            <a:ext cx="2450592" cy="566928"/>
          </a:xfrm>
          <a:prstGeom prst="roundRect">
            <a:avLst>
              <a:gd name="adj" fmla="val 11290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73952" y="36576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 BUG: riproduzione → red-test → fix → green → NRT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57200" y="44348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Fast-path (task piccoli): </a:t>
            </a:r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F0 solo candidatura dai segnali del ticket; la proposta vera arriva in F1, a codice visto (e per i BUG dopo la riproduzione). La scelta è sempre tua, e resta registrata.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Fasi 0-1: dal ticket alla specifica approvata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risparmio è nel metodo: prima la mappa (architecture doc), poi il codice — e solo quello che serve.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041648" cy="2743200"/>
          </a:xfrm>
          <a:prstGeom prst="roundRect">
            <a:avLst>
              <a:gd name="adj" fmla="val 2333"/>
            </a:avLst>
          </a:prstGeom>
          <a:solidFill>
            <a:srgbClr val="EAF1FB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44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0 · Intake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10512"/>
            <a:ext cx="3611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Contract-check dei connettori PRIMA di usarli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del task avviato (flowState start)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intake (haiku): tipo, priorità, riferimenti, allegati scaricati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codebase. Fast-path: solo candidatura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36592" y="1298448"/>
            <a:ext cx="4041648" cy="2743200"/>
          </a:xfrm>
          <a:prstGeom prst="roundRect">
            <a:avLst>
              <a:gd name="adj" fmla="val 2333"/>
            </a:avLst>
          </a:prstGeom>
          <a:solidFill>
            <a:srgbClr val="EAF1FB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65192" y="1444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· Specifica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65192" y="1810512"/>
            <a:ext cx="3611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spec-author (opus): architecture doc PRIMA del codice, drift segnalato subito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 sul changelog: la CR rompe scelte passate?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 SOLO sui buchi (registro Q&amp;A)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— loop di raffinamento con soglie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321040" cy="685800"/>
          </a:xfrm>
          <a:prstGeom prst="roundRect">
            <a:avLst>
              <a:gd name="adj" fmla="val 9333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4325112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419" y="4430451"/>
            <a:ext cx="228234" cy="22823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07008" y="420624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GARANTITO a spec approvata: </a:t>
            </a:r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salvataggio nello Spec Store + commento sul ticket via connettore (--comment) — registrati nello stato; il guardiano di fine turno li pretende.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2: branch, test prima del codice, poi il codice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L'ordine è il contratto: il branch nasce prima dei commit, i test nascono prima dell'implementazione.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54480" cy="1481328"/>
          </a:xfrm>
          <a:prstGeom prst="roundRect">
            <a:avLst>
              <a:gd name="adj" fmla="val 4321"/>
            </a:avLst>
          </a:prstGeom>
          <a:solidFill>
            <a:srgbClr val="FFE6CC"/>
          </a:solidFill>
          <a:ln w="12700">
            <a:solidFill>
              <a:srgbClr val="D79B0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 il piano (approccio, file, rischi)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993392" y="1874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57984" y="1371600"/>
            <a:ext cx="1554480" cy="1481328"/>
          </a:xfrm>
          <a:prstGeom prst="roundRect">
            <a:avLst>
              <a:gd name="adj" fmla="val 4321"/>
            </a:avLst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49424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49424" y="1874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&lt;fix|feat&gt;/&lt;nome-esplicativo&gt; dal base scelto — registrato nello stato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94176" y="1874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58768" y="1371600"/>
            <a:ext cx="1554480" cy="1481328"/>
          </a:xfrm>
          <a:prstGeom prst="roundRect">
            <a:avLst>
              <a:gd name="adj" fmla="val 4321"/>
            </a:avLst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50208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TEST-AUTHOR (opus)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50208" y="1874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riceve SOLO la spec · deriva i test dal contratto · li COMMITTA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94960" y="1874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59552" y="1371600"/>
            <a:ext cx="1554480" cy="1481328"/>
          </a:xfrm>
          <a:prstGeom prst="roundRect">
            <a:avLst>
              <a:gd name="adj" fmla="val 4321"/>
            </a:avLst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50992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IMPLEMENTAZIONE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50992" y="1874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convenzioni dichiarate · contesto minimo · non tocca i test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95744" y="1874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60336" y="1371600"/>
            <a:ext cx="1554480" cy="1481328"/>
          </a:xfrm>
          <a:prstGeom prst="roundRect">
            <a:avLst>
              <a:gd name="adj" fmla="val 4321"/>
            </a:avLst>
          </a:prstGeom>
          <a:solidFill>
            <a:srgbClr val="FFE6CC"/>
          </a:solidFill>
          <a:ln w="12700">
            <a:solidFill>
              <a:srgbClr val="D79B0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51776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51776" y="1874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occhiata al diff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8321040" cy="713232"/>
          </a:xfrm>
          <a:prstGeom prst="roundRect">
            <a:avLst>
              <a:gd name="adj" fmla="val 8974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24612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419" y="3351459"/>
            <a:ext cx="228234" cy="22823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07008" y="3108960"/>
            <a:ext cx="7452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GUARDIE FISICHE: </a:t>
            </a:r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codice senza spec+piano+branch (e mai sul branch base) · test read-only per l'implementatore, anche via shell (preEditGuard + preBashGuard) · snapshot “before” chiesto alla prima modifica di codice che produce dati.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57200" y="40690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2B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l'isolamento del test-author conta: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test validano la SPEC, non il codice. La prova non è la fiducia: è la git history (test committati prima) + gli hook (immutabili dopo). Ispezionabile da chiunque.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Fasi 3-5: qualità, documentazione, consegna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esegue ciò che il cambiamento richiede; si documenta ciò che è cambiato davvero; si consegna con la PR.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97480" cy="2697480"/>
          </a:xfrm>
          <a:prstGeom prst="roundRect">
            <a:avLst>
              <a:gd name="adj" fmla="val 2373"/>
            </a:avLst>
          </a:prstGeom>
          <a:solidFill>
            <a:srgbClr val="F2F8F0"/>
          </a:solidFill>
          <a:ln w="12700">
            <a:solidFill>
              <a:srgbClr val="82B3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453896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 · Qualità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1792" y="1801368"/>
            <a:ext cx="235000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test-selector: classifica il diff e consulta il test-playbook (dichiarato in intervista)</a:t>
            </a:r>
            <a:endParaRPr lang="en-US" sz="10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test-runner (haiku) esegue i comandi ESATTI e riporta fatti</a:t>
            </a:r>
            <a:endParaRPr lang="en-US" sz="10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 → record-verification con HASH del diff; rossi → si torna in F2 (i test non si toccano)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3410712" y="1325880"/>
            <a:ext cx="2697480" cy="2697480"/>
          </a:xfrm>
          <a:prstGeom prst="roundRect">
            <a:avLst>
              <a:gd name="adj" fmla="val 2373"/>
            </a:avLst>
          </a:prstGeom>
          <a:solidFill>
            <a:srgbClr val="F2F8F0"/>
          </a:solidFill>
          <a:ln w="12700">
            <a:solidFill>
              <a:srgbClr val="82B3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75304" y="1453896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4 · Documentazione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575304" y="1801368"/>
            <a:ext cx="235000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doc-author (sonnet): valuta l'impatto sugli AMBITI dichiarati dei documenti (registro), non sui path</a:t>
            </a:r>
            <a:endParaRPr lang="en-US" sz="10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 architecture doc + doc impattati + voce di CHANGELOG (scelta e perché)</a:t>
            </a:r>
            <a:endParaRPr lang="en-US" sz="10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“Nessun impatto, perché…” è un esito valido e registrato; il silenzio no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364224" y="1325880"/>
            <a:ext cx="2697480" cy="2697480"/>
          </a:xfrm>
          <a:prstGeom prst="roundRect">
            <a:avLst>
              <a:gd name="adj" fmla="val 2373"/>
            </a:avLst>
          </a:prstGeom>
          <a:solidFill>
            <a:srgbClr val="EAF1FB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28816" y="1453896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5 · Consegna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28816" y="1801368"/>
            <a:ext cx="235000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dal branch di lavoro verso il branch base (titolo dalla spec, link a spec/changelog/ticket)</a:t>
            </a:r>
            <a:endParaRPr lang="en-US" sz="10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aggiornato via connettore (--update-status, Review/Done: scegli tu)</a:t>
            </a:r>
            <a:endParaRPr lang="en-US" sz="10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flowState close: lo stato resta come audit trail del task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57200" y="4187952"/>
            <a:ext cx="8321040" cy="658368"/>
          </a:xfrm>
          <a:prstGeom prst="roundRect">
            <a:avLst>
              <a:gd name="adj" fmla="val 9722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29768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419" y="4403019"/>
            <a:ext cx="228234" cy="22823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07008" y="4187952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GUARDIANO DI FINE TURNO (hook Stop): </a:t>
            </a:r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valida solo per l'ESATTO diff testato (cambi il codice → si ri-arma da solo) · niente chiusura senza doc-review + changelog + ticket, o skip espliciti registrati.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stato per-task: la memoria del flusso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registro di FATTI, non un workflow engine — .ai-dev/tasks/&lt;id&gt;/state.json, unico accesso: flowState.mjs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749040" cy="3246120"/>
          </a:xfrm>
          <a:prstGeom prst="roundRect">
            <a:avLst>
              <a:gd name="adj" fmla="val 1972"/>
            </a:avLst>
          </a:prstGeom>
          <a:solidFill>
            <a:srgbClr val="F6F1F8"/>
          </a:solidFill>
          <a:ln w="12700">
            <a:solidFill>
              <a:srgbClr val="9673A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463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67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registra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182880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corrente + gate approvati (timestamp)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di lavoro + branch base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“before”: catturato o saltato (perché)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Verifiche test — con l'hash del diff verificato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Doc-review, changelog, ticket, PR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DEROGA, con motivazione + log completo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325880"/>
            <a:ext cx="4343400" cy="749808"/>
          </a:xfrm>
          <a:prstGeom prst="roundRect">
            <a:avLst>
              <a:gd name="adj" fmla="val 8537"/>
            </a:avLst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90288" y="1472184"/>
            <a:ext cx="457200" cy="457200"/>
          </a:xfrm>
          <a:prstGeom prst="ellipse">
            <a:avLst/>
          </a:prstGeom>
          <a:solidFill>
            <a:srgbClr val="9673A6"/>
          </a:solidFill>
          <a:ln w="12700">
            <a:solidFill>
              <a:srgbClr val="9673A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0016" y="1581912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93792" y="1417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Contratti verificabili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193792" y="167335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hook leggono lo stato e bloccano ciò che non rispetta le fasi: standardizzato = garantito.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34840" y="2167128"/>
            <a:ext cx="4343400" cy="749808"/>
          </a:xfrm>
          <a:prstGeom prst="roundRect">
            <a:avLst>
              <a:gd name="adj" fmla="val 8537"/>
            </a:avLst>
          </a:prstGeom>
          <a:solidFill>
            <a:srgbClr val="FAF7FC"/>
          </a:solidFill>
          <a:ln w="12700">
            <a:solidFill>
              <a:srgbClr val="9673A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90288" y="231343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423160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93792" y="2258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riprendibili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193792" y="25146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interrompi? A inizio sessione: “task in corso, fase X”. Si riparte da lì, non da zero.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434840" y="3008376"/>
            <a:ext cx="4343400" cy="749808"/>
          </a:xfrm>
          <a:prstGeom prst="roundRect">
            <a:avLst>
              <a:gd name="adj" fmla="val 8537"/>
            </a:avLst>
          </a:prstGeom>
          <a:solidFill>
            <a:srgbClr val="FAF7FC"/>
          </a:solidFill>
          <a:ln w="12700">
            <a:solidFill>
              <a:srgbClr val="9673A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90288" y="31546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326440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93792" y="3099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Handoff tra colleghi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193792" y="33558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stato è committabile: chi apre il progetto vede cosa è fatto e cosa manca.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434840" y="3849624"/>
            <a:ext cx="4343400" cy="749808"/>
          </a:xfrm>
          <a:prstGeom prst="roundRect">
            <a:avLst>
              <a:gd name="adj" fmla="val 8537"/>
            </a:avLst>
          </a:prstGeom>
          <a:solidFill>
            <a:srgbClr val="FAF7FC"/>
          </a:solidFill>
          <a:ln w="12700">
            <a:solidFill>
              <a:srgbClr val="9673A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90288" y="39959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4105656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93792" y="3941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Auditabile e sacrificabile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193792" y="419709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skip ha nome e motivo. E lo stato punta agli artefatti: si può sempre ricostruire.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57200" y="468172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Regole anti-complessità: schema minimo e versionato · una sola libreria di accesso · coperto dal migrate come flow.config.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agente per fase, un modello per natura del lavoro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Punto di valore: qualità dove serve, economia dove basta — e contratti di fase che diventano fisici.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51560"/>
                <a:gridCol w="1051560"/>
                <a:gridCol w="1691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Fase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Agente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Modello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Perché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 Intake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(eco)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parsing e classificazione: meccanico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Specifica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spec-author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(top)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fase a più leverage del flusso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test-author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(top)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 i test dal contratto — ISOLATO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 Qualità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test-runner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(eco)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esegue comandi e riporta esiti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 Documentazione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doc-author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(medio)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scrittura fedele su input dichiarati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371600"/>
            <a:ext cx="3017520" cy="841248"/>
          </a:xfrm>
          <a:prstGeom prst="roundRect">
            <a:avLst>
              <a:gd name="adj" fmla="val 7609"/>
            </a:avLst>
          </a:prstGeom>
          <a:solidFill>
            <a:srgbClr val="F2F8F0"/>
          </a:solidFill>
          <a:ln w="12700">
            <a:solidFill>
              <a:srgbClr val="82B3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07024" y="159105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6752" y="1700784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92240" y="1481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Specializzazione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492240" y="171907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istruzioni scritte per una sola fase, fatte bene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760720" y="2304288"/>
            <a:ext cx="3017520" cy="841248"/>
          </a:xfrm>
          <a:prstGeom prst="roundRect">
            <a:avLst>
              <a:gd name="adj" fmla="val 7609"/>
            </a:avLst>
          </a:prstGeom>
          <a:solidFill>
            <a:srgbClr val="F2F8F0"/>
          </a:solidFill>
          <a:ln w="12700">
            <a:solidFill>
              <a:srgbClr val="82B3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907024" y="25237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263347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92240" y="2414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Costi sotto controllo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92240" y="265176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modello top per normalizzare un ticket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760720" y="3236976"/>
            <a:ext cx="3017520" cy="841248"/>
          </a:xfrm>
          <a:prstGeom prst="roundRect">
            <a:avLst>
              <a:gd name="adj" fmla="val 7609"/>
            </a:avLst>
          </a:prstGeom>
          <a:solidFill>
            <a:srgbClr val="F2F8F0"/>
          </a:solidFill>
          <a:ln w="12700">
            <a:solidFill>
              <a:srgbClr val="82B3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907024" y="345643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356616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92240" y="33467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Contratti fisici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492240" y="358444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sub-agent riceve SOLO i suoi input dichiarati: stesso flusso per chiunque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57200" y="4224528"/>
            <a:ext cx="8321040" cy="621792"/>
          </a:xfrm>
          <a:prstGeom prst="roundRect">
            <a:avLst>
              <a:gd name="adj" fmla="val 10294"/>
            </a:avLst>
          </a:prstGeom>
          <a:solidFill>
            <a:srgbClr val="FFE6CC"/>
          </a:solidFill>
          <a:ln w="12700">
            <a:solidFill>
              <a:srgbClr val="D79B0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0080" y="4315968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419" y="4421307"/>
            <a:ext cx="228234" cy="22823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07008" y="4224528"/>
            <a:ext cx="7452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GATE restano SEMPRE all'orchestratore: </a:t>
            </a:r>
            <a:pPr indent="0" marL="0">
              <a:buNone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agenti preparano (bozza di spec, esiti, doc) — a decidere sei sempre tu. Nessun gate viene delegato a un modello.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guardiani: quando il sistema ti ferma, è un bene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hook sugli eventi nativi. Scattano sempre: non dipendono dalla memoria (o dalla voglia) dell'agente.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41648" cy="896112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54533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5506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42646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versionDrift (inizio sessione)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207008" y="169164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avvisa TE (non solo l'agente) di kit da migrare e task in corso da riprendere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736592" y="1325880"/>
            <a:ext cx="4041648" cy="896112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82896" y="154533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65506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42646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preEditGuard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0" y="169164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read-only · niente codice senza spec+piano+branch · mai sul branch base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457200" y="2386584"/>
            <a:ext cx="4041648" cy="896112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3504" y="26060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7157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248716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preBashGuard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207008" y="2752344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porta laterale è chiusa: niente sed/redirect/mv sui file di test via shell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4736592" y="2386584"/>
            <a:ext cx="4041648" cy="896112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82896" y="26060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271576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248716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perimeterGuard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86400" y="2752344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componenti del kit: skill personali e MCP utente bloccati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457200" y="3447288"/>
            <a:ext cx="4041648" cy="896112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03504" y="36667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776472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07008" y="354787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preWorkSnapshot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207008" y="381304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“before” dei dati si cattura a codice pristino: te lo chiede al momento giusto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4736592" y="3447288"/>
            <a:ext cx="4041648" cy="896112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82896" y="36667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3776472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86400" y="354787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postWorkVerification (fine turno)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5486400" y="381304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chiusura senza test per l'ESATTO diff + doc + changelog + ticket</a:t>
            </a:r>
            <a:endParaRPr lang="en-US" sz="1030" dirty="0"/>
          </a:p>
        </p:txBody>
      </p:sp>
      <p:sp>
        <p:nvSpPr>
          <p:cNvPr id="34" name="Text 26"/>
          <p:cNvSpPr/>
          <p:nvPr/>
        </p:nvSpPr>
        <p:spPr>
          <a:xfrm>
            <a:off x="457200" y="45720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guardiano ha la sua valvola: </a:t>
            </a:r>
            <a:pPr algn="ct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skip esiste, ma è una scelta UMANA, motivata e registrata nello stato. È la differenza tra un'eccezione governata e un buco nello standard.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Perimetro e telemetria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flusso per tutti, e numeri veri per decidere.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41648" cy="3154680"/>
          </a:xfrm>
          <a:prstGeom prst="roundRect">
            <a:avLst>
              <a:gd name="adj" fmla="val 2029"/>
            </a:avLst>
          </a:prstGeom>
          <a:solidFill>
            <a:srgbClr val="FBF3F2"/>
          </a:solidFill>
          <a:ln w="12700">
            <a:solidFill>
              <a:srgbClr val="B8545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8132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485" y="1595445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5179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5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Perimetro dello standard (enforced)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8368" y="2057400"/>
            <a:ext cx="363931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 progetti col kit si usano SOLO componenti del kit (+ Ponytail, abilitato dal kit stesso)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personali e server MCP utente: bloccati dall'hook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Eccezioni = whitelist esplicite in flow.config.perimeter: decisione umana, committata, uguale per tutti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Perché: un componente esterno rende il TUO flusso diverso da quello dei colleghi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36592" y="1325880"/>
            <a:ext cx="4041648" cy="3154680"/>
          </a:xfrm>
          <a:prstGeom prst="roundRect">
            <a:avLst>
              <a:gd name="adj" fmla="val 2029"/>
            </a:avLst>
          </a:prstGeom>
          <a:solidFill>
            <a:srgbClr val="EAF1FB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48132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877" y="1595445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15179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C8E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Telemetria (OTEL nativo → Grafana)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937760" y="2057400"/>
            <a:ext cx="363931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Token, costi, sessioni, righe, commit — per progetto e per persona (attribuzione, non sorveglianza)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il contenuto: nessun prompt registrato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Attivazione per-progetto via .envrc (direnv) + settings.json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swappabile cambiando l'endpoint OTLP; coerenza config↔realtà verificata dal doctor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46177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Entrambi sono per-progetto: nessun effetto sugli altri repo della tua macchina.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si parte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comandi, un'intervista, e da lì in poi un solo entrypoint.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046720" cy="786384"/>
          </a:xfrm>
          <a:prstGeom prst="roundRect">
            <a:avLst>
              <a:gd name="adj" fmla="val 9302"/>
            </a:avLst>
          </a:prstGeom>
          <a:solidFill>
            <a:srgbClr val="2C3B7A"/>
          </a:solidFill>
          <a:ln w="9525">
            <a:solidFill>
              <a:srgbClr val="4A5C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53896"/>
            <a:ext cx="475488" cy="475488"/>
          </a:xfrm>
          <a:prstGeom prst="ellipse">
            <a:avLst/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53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38074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Abilita il plugin nel progetto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664208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/plugin marketplace add menea-DQ/AI-Dev-Flow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/plugin install ai-dev-flow@ai-dev-flow --scope project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8046720" cy="786384"/>
          </a:xfrm>
          <a:prstGeom prst="roundRect">
            <a:avLst>
              <a:gd name="adj" fmla="val 9302"/>
            </a:avLst>
          </a:prstGeom>
          <a:solidFill>
            <a:srgbClr val="2C3B7A"/>
          </a:solidFill>
          <a:ln w="9525">
            <a:solidFill>
              <a:srgbClr val="4A5C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350008"/>
            <a:ext cx="475488" cy="475488"/>
          </a:xfrm>
          <a:prstGeom prst="ellipse">
            <a:avLst/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27685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install — l'intervista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560320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test-playbook, convenzioni, registro doc, branching: si CHIEDONO, mai inferiti. Poi credenziali in .ai-dev/connectors.env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90672"/>
            <a:ext cx="8046720" cy="786384"/>
          </a:xfrm>
          <a:prstGeom prst="roundRect">
            <a:avLst>
              <a:gd name="adj" fmla="val 9302"/>
            </a:avLst>
          </a:prstGeom>
          <a:solidFill>
            <a:srgbClr val="2C3B7A"/>
          </a:solidFill>
          <a:ln w="9525">
            <a:solidFill>
              <a:srgbClr val="4A5C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246120"/>
            <a:ext cx="475488" cy="475488"/>
          </a:xfrm>
          <a:prstGeom prst="ellipse">
            <a:avLst/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246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1729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Lavora: skill flow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456432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“Lavora su questo ticket: &lt;url&gt;” — l'orchestratore guida le 6 fasi; tu decidi ai 3 gate. Ti interrompi? Si riprende da dov'era.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86784"/>
            <a:ext cx="8046720" cy="786384"/>
          </a:xfrm>
          <a:prstGeom prst="roundRect">
            <a:avLst>
              <a:gd name="adj" fmla="val 9302"/>
            </a:avLst>
          </a:prstGeom>
          <a:solidFill>
            <a:srgbClr val="2C3B7A"/>
          </a:solidFill>
          <a:ln w="9525">
            <a:solidFill>
              <a:srgbClr val="4A5C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142232"/>
            <a:ext cx="475488" cy="475488"/>
          </a:xfrm>
          <a:prstGeom prst="ellipse">
            <a:avLst/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142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0690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Manutenzione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352544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(è tutto a posto?) · migrate (dopo un aggiornamento del kit) · flow-settings (cambiare la config)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Riferimenti: </a:t>
            </a:r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docs/AI_Dev_Flow_Manuale.md (il manuale completo) · docs/AI Dev Flow V5.drawio (il diagramma) · PROCESS.md (la fonte di verità)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AI-Dev Flow 0.0.7 — presentazione per il team</dc:title>
  <dc:subject>PptxGenJS Presentation</dc:subject>
  <dc:creator>AI-Dev Flow</dc:creator>
  <cp:lastModifiedBy>AI-Dev Flow</cp:lastModifiedBy>
  <cp:revision>1</cp:revision>
  <dcterms:created xsi:type="dcterms:W3CDTF">2026-07-02T16:04:21Z</dcterms:created>
  <dcterms:modified xsi:type="dcterms:W3CDTF">2026-07-02T16:04:21Z</dcterms:modified>
</cp:coreProperties>
</file>